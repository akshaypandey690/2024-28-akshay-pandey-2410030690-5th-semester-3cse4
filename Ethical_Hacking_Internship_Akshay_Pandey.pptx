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-1563624"/>
            <a:ext cx="3657600" cy="365760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788920"/>
            <a:ext cx="2788920" cy="278892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-1389888" y="4873752"/>
            <a:ext cx="3136392" cy="3136392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47548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78308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8275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Hacking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12648" y="2999232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12648" y="3694176"/>
            <a:ext cx="8275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 Program  |  Supported by EduSkills Academy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" y="4306824"/>
            <a:ext cx="173736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457200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Pandey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" y="494690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2410030690  |  B.Tech CSE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" y="51937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960120"/>
            <a:ext cx="640080" cy="64008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Pandey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67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•  Batch 2024-2028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777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794760" y="1737360"/>
            <a:ext cx="201168" cy="201168"/>
          </a:xfrm>
          <a:prstGeom prst="ellipse">
            <a:avLst/>
          </a:prstGeom>
          <a:solidFill>
            <a:srgbClr val="EAF3EC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9476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2410030690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2578608"/>
            <a:ext cx="201168" cy="201168"/>
          </a:xfrm>
          <a:prstGeom prst="ellipse">
            <a:avLst/>
          </a:prstGeom>
          <a:solidFill>
            <a:srgbClr val="EAF3EC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505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60520" y="2788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94760" y="3419856"/>
            <a:ext cx="201168" cy="201168"/>
          </a:xfrm>
          <a:prstGeom prst="ellipse">
            <a:avLst/>
          </a:prstGeom>
          <a:solidFill>
            <a:srgbClr val="EAF3EC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3346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36301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Batch 2024–2028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4261104"/>
            <a:ext cx="201168" cy="201168"/>
          </a:xfrm>
          <a:prstGeom prst="ellipse">
            <a:avLst/>
          </a:prstGeom>
          <a:solidFill>
            <a:srgbClr val="EAF3EC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4187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447141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(English Language)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94760" y="5102352"/>
            <a:ext cx="201168" cy="201168"/>
          </a:xfrm>
          <a:prstGeom prst="ellipse">
            <a:avLst/>
          </a:prstGeom>
          <a:solidFill>
            <a:srgbClr val="EAF3EC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5029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531266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| April – June 2026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EduSkills, AICTE &amp; the National Internship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is an organization working under the theme “Nation Building Through Skills.” It partners with the All India Council for Technical Education (AICTE) to run the AICTE – EduSkills Virtual Internship Program, for the Ethical Hacking track under the patronage of the AICTE National Internship Portal. EduSkills designs an industry-aligned curriculum that helps engineering students build a practical understanding of cybersecurity fundamentals and ethical hacking practices.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354573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3611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Patronage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397764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the AICTE National Internship Portal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697480"/>
            <a:ext cx="354573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3018" y="2971800"/>
            <a:ext cx="502920" cy="502920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12" name="Text 10"/>
          <p:cNvSpPr/>
          <p:nvPr/>
        </p:nvSpPr>
        <p:spPr>
          <a:xfrm>
            <a:off x="464301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5586" y="3611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5586" y="397764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“Nation Building Through Skills” – the program's guiding theme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43037" y="2697480"/>
            <a:ext cx="354573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3077" y="2971800"/>
            <a:ext cx="502920" cy="502920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17" name="Text 15"/>
          <p:cNvSpPr/>
          <p:nvPr/>
        </p:nvSpPr>
        <p:spPr>
          <a:xfrm>
            <a:off x="8463077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35645" y="3611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Curriculum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5645" y="397764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modules, quizzes, and a Final Assessment Test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Theoretical Security to Hands-On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many engineering students study the theoretical foundations of networking and computer security during coursework, very few get structured, hands-on exposure to the actual practice of ethical hacking – the lawful identification of vulnerabilities using an attacker's techniques, but with permission and for defensive purposes.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5420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addressed that gap — practically learning the full ethical hacking workflow: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8028" y="32461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2EA043"/>
          </a:solidFill>
          <a:ln/>
        </p:spPr>
      </p:sp>
      <p:sp>
        <p:nvSpPr>
          <p:cNvPr id="7" name="Text 5"/>
          <p:cNvSpPr/>
          <p:nvPr/>
        </p:nvSpPr>
        <p:spPr>
          <a:xfrm>
            <a:off x="678028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9468" y="4023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09748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3C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12668" y="32461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2EA043"/>
          </a:solidFill>
          <a:ln/>
        </p:spPr>
      </p:sp>
      <p:sp>
        <p:nvSpPr>
          <p:cNvPr id="11" name="Text 9"/>
          <p:cNvSpPr/>
          <p:nvPr/>
        </p:nvSpPr>
        <p:spPr>
          <a:xfrm>
            <a:off x="3512668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04108" y="4023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Enumerate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44388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3C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47308" y="32461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2EA043"/>
          </a:solidFill>
          <a:ln/>
        </p:spPr>
      </p:sp>
      <p:sp>
        <p:nvSpPr>
          <p:cNvPr id="15" name="Text 13"/>
          <p:cNvSpPr/>
          <p:nvPr/>
        </p:nvSpPr>
        <p:spPr>
          <a:xfrm>
            <a:off x="6347308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38748" y="4023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Safely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79028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3C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81948" y="32461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2EA043"/>
          </a:solidFill>
          <a:ln/>
        </p:spPr>
      </p:sp>
      <p:sp>
        <p:nvSpPr>
          <p:cNvPr id="19" name="Text 17"/>
          <p:cNvSpPr/>
          <p:nvPr/>
        </p:nvSpPr>
        <p:spPr>
          <a:xfrm>
            <a:off x="9181948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73388" y="4023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Remediate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457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04088" y="2221992"/>
            <a:ext cx="314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Fundamentals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251460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core concepts, terminology, and legal/ethical framework of security testing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600200"/>
            <a:ext cx="35457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4146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4146" y="2221992"/>
            <a:ext cx="314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4146" y="251460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passive and active techniques for gathering information on a target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600200"/>
            <a:ext cx="35457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4205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44205" y="2221992"/>
            <a:ext cx="314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&amp; Enumeration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44205" y="251460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live hosts, open ports, and running services using scanning tools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35457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💻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088" y="3913632"/>
            <a:ext cx="314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420624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password attacks, privilege escalation, and system-level vulnerabilities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22978" y="3291840"/>
            <a:ext cx="35457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4146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24146" y="3913632"/>
            <a:ext cx="314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4146" y="420624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OWASP Top 10 vulnerabilities at a conceptual and applied level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43037" y="3291840"/>
            <a:ext cx="354573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4205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44205" y="3913632"/>
            <a:ext cx="314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44205" y="4206240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a basic vulnerability assessment and suggest fixes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Behind the Internship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04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9108" y="1874520"/>
            <a:ext cx="512064" cy="512064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6" name="Text 4"/>
          <p:cNvSpPr/>
          <p:nvPr/>
        </p:nvSpPr>
        <p:spPr>
          <a:xfrm>
            <a:off x="154910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" y="246888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&amp; Ports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761488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fundamentals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63392" y="1691640"/>
            <a:ext cx="2604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9580" y="1874520"/>
            <a:ext cx="512064" cy="512064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11" name="Text 9"/>
          <p:cNvSpPr/>
          <p:nvPr/>
        </p:nvSpPr>
        <p:spPr>
          <a:xfrm>
            <a:off x="440958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3120" y="246888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54832" y="2761488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&amp; port scanning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23864" y="1691640"/>
            <a:ext cx="2604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70052" y="1874520"/>
            <a:ext cx="512064" cy="512064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7270052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3592" y="246888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Techniques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15304" y="2761488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&amp; active footprinting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84335" y="1691640"/>
            <a:ext cx="2604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30523" y="1874520"/>
            <a:ext cx="512064" cy="512064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0523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94063" y="246888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Vuln.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75775" y="2761488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configs, outdated software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383280"/>
            <a:ext cx="2604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9108" y="3566160"/>
            <a:ext cx="512064" cy="512064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26" name="Text 24"/>
          <p:cNvSpPr/>
          <p:nvPr/>
        </p:nvSpPr>
        <p:spPr>
          <a:xfrm>
            <a:off x="1549108" y="3566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" y="416052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Basics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4453128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flaws, injection concepts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63392" y="3383280"/>
            <a:ext cx="2604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09580" y="3566160"/>
            <a:ext cx="512064" cy="512064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31" name="Text 29"/>
          <p:cNvSpPr/>
          <p:nvPr/>
        </p:nvSpPr>
        <p:spPr>
          <a:xfrm>
            <a:off x="4409580" y="3566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73120" y="416052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Basics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54832" y="4453128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cryptographic concepts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23864" y="3383280"/>
            <a:ext cx="2604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70052" y="3566160"/>
            <a:ext cx="512064" cy="512064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36" name="Text 34"/>
          <p:cNvSpPr/>
          <p:nvPr/>
        </p:nvSpPr>
        <p:spPr>
          <a:xfrm>
            <a:off x="7270052" y="3566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33592" y="416052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LMS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15304" y="4453128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modules &amp; assessments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084335" y="3383280"/>
            <a:ext cx="2604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0523" y="3566160"/>
            <a:ext cx="512064" cy="512064"/>
          </a:xfrm>
          <a:prstGeom prst="ellipse">
            <a:avLst/>
          </a:prstGeom>
          <a:solidFill>
            <a:srgbClr val="EAF3EC"/>
          </a:solidFill>
          <a:ln/>
        </p:spPr>
      </p:sp>
      <p:sp>
        <p:nvSpPr>
          <p:cNvPr id="41" name="Text 39"/>
          <p:cNvSpPr/>
          <p:nvPr/>
        </p:nvSpPr>
        <p:spPr>
          <a:xfrm>
            <a:off x="10130523" y="3566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94063" y="416052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Test Lab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75775" y="4453128"/>
            <a:ext cx="242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deliberately vulnerable app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Reconnaissance to Remediation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65376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Gathering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66544"/>
            <a:ext cx="10088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&amp; active reconnaissance to collect information about a target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98064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688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999232"/>
            <a:ext cx="10088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live hosts, open ports &amp; services with basic scanning tools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1129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30752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Identification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10088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gathered information to spot weaknesses or misconfigurations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443984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63440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553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864608"/>
            <a:ext cx="10088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findings clearly, as in a professional pentest report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376672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596128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5797296"/>
            <a:ext cx="10088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 and a Final Assessment Test tracking progress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8-Week Learning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0444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856232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" y="2313432"/>
            <a:ext cx="231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Ethical Hacking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" y="2807208"/>
            <a:ext cx="231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 overview, terminology, legal/ethical framework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363392" y="1691640"/>
            <a:ext cx="260444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7984" y="1856232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11" name="Text 9"/>
          <p:cNvSpPr/>
          <p:nvPr/>
        </p:nvSpPr>
        <p:spPr>
          <a:xfrm>
            <a:off x="3527984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9696" y="2313432"/>
            <a:ext cx="231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Footprinting &amp; Reconnaissance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09696" y="2807208"/>
            <a:ext cx="231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&amp; active info gathering techniques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223864" y="1691640"/>
            <a:ext cx="260444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8456" y="1856232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16" name="Text 14"/>
          <p:cNvSpPr/>
          <p:nvPr/>
        </p:nvSpPr>
        <p:spPr>
          <a:xfrm>
            <a:off x="6388456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0168" y="2313432"/>
            <a:ext cx="231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Networks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07208"/>
            <a:ext cx="231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hosts, open ports &amp; services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084335" y="1691640"/>
            <a:ext cx="260444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48927" y="1856232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21" name="Text 19"/>
          <p:cNvSpPr/>
          <p:nvPr/>
        </p:nvSpPr>
        <p:spPr>
          <a:xfrm>
            <a:off x="9248927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0639" y="2313432"/>
            <a:ext cx="231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Hacking Concepts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30639" y="2807208"/>
            <a:ext cx="231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attacks, privilege escalation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02920" y="3483864"/>
            <a:ext cx="260444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3648456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" y="4105656"/>
            <a:ext cx="231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Threats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" y="4599432"/>
            <a:ext cx="231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Viruses, worms, trojans, ransomware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3363392" y="3483864"/>
            <a:ext cx="260444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7984" y="3648456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31" name="Text 29"/>
          <p:cNvSpPr/>
          <p:nvPr/>
        </p:nvSpPr>
        <p:spPr>
          <a:xfrm>
            <a:off x="3527984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09696" y="4105656"/>
            <a:ext cx="231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&amp; Sniffing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09696" y="4599432"/>
            <a:ext cx="231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pretexting, network sniffing basics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223864" y="3483864"/>
            <a:ext cx="260444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8456" y="3648456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36" name="Text 34"/>
          <p:cNvSpPr/>
          <p:nvPr/>
        </p:nvSpPr>
        <p:spPr>
          <a:xfrm>
            <a:off x="6388456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70168" y="4105656"/>
            <a:ext cx="231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Network Security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70168" y="4599432"/>
            <a:ext cx="231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web vulnerabilities &amp; countermeasures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9084335" y="3483864"/>
            <a:ext cx="260444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48927" y="3648456"/>
            <a:ext cx="365760" cy="3657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41" name="Text 39"/>
          <p:cNvSpPr/>
          <p:nvPr/>
        </p:nvSpPr>
        <p:spPr>
          <a:xfrm>
            <a:off x="9248927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230639" y="4105656"/>
            <a:ext cx="231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&amp; Security Policies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30639" y="4599432"/>
            <a:ext cx="231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basics &amp; organisational security policy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Capabilities Gained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1168" cy="201168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9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636776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explain the fundamental concepts and legal/ethical boundaries of ethical hacking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01168" cy="201168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322576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the basic phases of hacking and common vulnerabilities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01168" cy="201168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81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008376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with basic reconnaissance and scanning tools used in security assessments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201168" cy="201168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694176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awareness of malware, social engineering, and web-application security concepts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201168" cy="201168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53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379976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conducting a simple vulnerability assessment and documenting findings responsibly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201168" cy="201168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38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065776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clearance of all weekly assessments and the Final Assessment Test, resulting in Grade “A”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Completed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Very Good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24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898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4116a3d90738dec67bb4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655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7398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STU69e258fb715d21776441595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3068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581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| April – June 2026</a:t>
            </a:r>
            <a:endParaRPr lang="en-US" sz="1400" dirty="0"/>
          </a:p>
        </p:txBody>
      </p:sp>
      <p:pic>
        <p:nvPicPr>
          <p:cNvPr id="12" name="Image 0" descr="/home/claude/work/akshay_media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0"/>
            <a:ext cx="3816623" cy="53949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•  Akshay Pandey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-1563624"/>
            <a:ext cx="3657600" cy="365760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-1389888" y="4873752"/>
            <a:ext cx="3136392" cy="3136392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5684368" y="2331720"/>
            <a:ext cx="822960" cy="82296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5" name="Text 3"/>
          <p:cNvSpPr/>
          <p:nvPr/>
        </p:nvSpPr>
        <p:spPr>
          <a:xfrm>
            <a:off x="568436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Virtual Internship  |  AICTE – EduSkills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Pandey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95604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2410030690  |  IILM University, Greater Noida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2026-09-10T17:25:38Z</dcterms:created>
  <dcterms:modified xsi:type="dcterms:W3CDTF">2026-09-10T17:25:38Z</dcterms:modified>
</cp:coreProperties>
</file>